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136"/>
    <p:restoredTop sz="94752"/>
  </p:normalViewPr>
  <p:slideViewPr>
    <p:cSldViewPr snapToGrid="0">
      <p:cViewPr>
        <p:scale>
          <a:sx n="190" d="100"/>
          <a:sy n="190" d="100"/>
        </p:scale>
        <p:origin x="-1856" y="-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D2412-33BF-174E-9BFB-FC072058772E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E5854-22E2-6B48-A497-456478D09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03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function crop () { </a:t>
            </a:r>
            <a:r>
              <a:rPr lang="en-US" dirty="0" err="1"/>
              <a:t>pdfcrop</a:t>
            </a:r>
            <a:r>
              <a:rPr lang="en-US" dirty="0"/>
              <a:t> --</a:t>
            </a:r>
            <a:r>
              <a:rPr lang="en-US" dirty="0" err="1"/>
              <a:t>ini</a:t>
            </a:r>
            <a:r>
              <a:rPr lang="en-US" dirty="0"/>
              <a:t> $1 $1 &amp; 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E5854-22E2-6B48-A497-456478D09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46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E499-FA40-31A1-4F48-26665F0B1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A2BE6-6F50-003B-26E0-DD4786422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4A5CC-1BD6-91E6-2C87-53BE888D2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25679-9FD8-199D-99FF-2D15D971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6EF1-4FCD-250A-5457-24AF9F29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80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C532-FFEB-ECC4-6619-19BC42A3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D1330-551C-3CF0-DCA3-E33DECF77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53646-6FB9-A513-55AC-6552E5049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6F7E8-C425-A1B0-71C0-0BF4B677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81242-EAE3-0B22-EE62-3EE64B2D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2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61DCE-2691-45E9-9784-EB63E9EF6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FD77C-AA7F-F0A2-AF0A-4C6293C69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D7B88-1807-B111-9B11-FE2F5BB4C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19912-93C7-1ADE-A15E-51B89CE9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EB8D-C49D-C2C8-C3DD-9A8E19E2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21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8F49-D9AA-C0C5-BE24-BED92177F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0B73E-1601-8161-D3AB-D7266255D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C9FC4-763E-AE9B-56C7-2BAD7DC27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98D68-7C7F-F1F0-9E52-DB66A5638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DC4F7-9601-F4B2-2543-7A99D52C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7C2DE-DBB2-1614-345E-E7E9E354C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38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033E0-2265-BF75-9A0D-EF0E3F73B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7B0A2-CB54-3FD8-793F-EBAC4AEAC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31E6D-6C5E-B294-610F-34835E3EC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570C38-D131-8B59-F064-A130A48AE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A511F-7F52-7549-F8EE-BF5AC1663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0E8F4-E846-D824-9BBA-20A94C01A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2F6C63-ACCE-5EFE-0AFC-FB8FACDF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AE6A52-66B6-DBB1-40AD-5F1171ED0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54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9485-B905-79AE-D975-792EBCC47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01CBF8-E6D1-37C5-19A4-75360EC5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CD7A5-130A-1E8A-A784-158383578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5A6D0-6B45-0C07-0BD3-174D62427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02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7563A5-E033-CF8A-030A-93A45DA8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67C36-BF14-8A60-274A-6282D30DB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9C1F6-536B-83E4-337D-90DA794B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6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2CE5-160D-24C6-D831-10635857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7A580-1379-ED45-78B0-23F4C41DB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C2366-5B71-45CE-53D6-2F80238BD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77D6F-2180-440F-AE70-D0B35C34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DF4D8-51F8-D3A4-BA2B-17F5BF77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CEDDC-47C8-2181-D3F5-7CA3837E9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7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85B7-0185-9687-C8D1-AD08D68FC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44D2D-0C30-8E41-3436-DDA0415D4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6D6DD-CD6C-23BC-A328-00CF246F3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38B03-4030-050E-0988-52B39295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FFFAB-43B3-9C0A-EF32-B79C2A87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450B2-3D94-6118-A43F-FBDDEDB8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3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E589A-B142-36BB-2E34-4FA6F63C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CBE2BC-F518-94FE-A069-0CF51E29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58D5F-AAE6-6A5D-873E-FA4449F1E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B9BD2-DC03-7573-A662-7E462C6D9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8FDE5-603B-ADE4-A951-987DC3107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56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76AC7F-6E70-5B9F-95C4-B59901A5C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94FC1-4CCD-F6B5-07B1-196583F7F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F21A2-126B-6613-BFE8-C3D3F1A3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EA62B-5648-CF31-101A-8E01EFFC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BCF83-4655-B65F-1FC3-2693B3F52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05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8F5B28-A12B-1D34-D2EA-51E42DB3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09F8E-705D-B6C5-F26B-F66F270FC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6CE31-FD44-284B-2ED0-050FC65A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377AB-8037-0651-EEAB-DFBB73B8E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CA371-7666-66EF-81D8-9210063A9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6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4C94-31D3-6DEB-37A5-B36C9701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Box 232">
            <a:extLst>
              <a:ext uri="{FF2B5EF4-FFF2-40B4-BE49-F238E27FC236}">
                <a16:creationId xmlns:a16="http://schemas.microsoft.com/office/drawing/2014/main" id="{8E62AB69-864A-BE56-B693-BE9F53710708}"/>
              </a:ext>
            </a:extLst>
          </p:cNvPr>
          <p:cNvSpPr txBox="1"/>
          <p:nvPr/>
        </p:nvSpPr>
        <p:spPr>
          <a:xfrm>
            <a:off x="4927267" y="2114756"/>
            <a:ext cx="1447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Initial </a:t>
            </a:r>
          </a:p>
          <a:p>
            <a:pPr algn="ctr"/>
            <a:r>
              <a:rPr lang="en-US" sz="1400" dirty="0"/>
              <a:t>Training</a:t>
            </a:r>
          </a:p>
        </p:txBody>
      </p:sp>
      <p:sp>
        <p:nvSpPr>
          <p:cNvPr id="2" name="Can 1">
            <a:extLst>
              <a:ext uri="{FF2B5EF4-FFF2-40B4-BE49-F238E27FC236}">
                <a16:creationId xmlns:a16="http://schemas.microsoft.com/office/drawing/2014/main" id="{9F6A3129-63E5-4CFF-14B3-53DF209E1ADB}"/>
              </a:ext>
            </a:extLst>
          </p:cNvPr>
          <p:cNvSpPr/>
          <p:nvPr/>
        </p:nvSpPr>
        <p:spPr>
          <a:xfrm>
            <a:off x="3069411" y="2278047"/>
            <a:ext cx="677293" cy="55186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nip Diagonal Corner Rectangle 4">
            <a:extLst>
              <a:ext uri="{FF2B5EF4-FFF2-40B4-BE49-F238E27FC236}">
                <a16:creationId xmlns:a16="http://schemas.microsoft.com/office/drawing/2014/main" id="{E685BBE5-BF83-1C23-F2A3-22A41F7394D5}"/>
              </a:ext>
            </a:extLst>
          </p:cNvPr>
          <p:cNvSpPr/>
          <p:nvPr/>
        </p:nvSpPr>
        <p:spPr>
          <a:xfrm>
            <a:off x="7422790" y="2017064"/>
            <a:ext cx="1055110" cy="1450607"/>
          </a:xfrm>
          <a:prstGeom prst="snip2Diag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0CA342-4C0A-32A0-9500-B88DDF99BB28}"/>
              </a:ext>
            </a:extLst>
          </p:cNvPr>
          <p:cNvSpPr/>
          <p:nvPr/>
        </p:nvSpPr>
        <p:spPr>
          <a:xfrm>
            <a:off x="5985176" y="2060214"/>
            <a:ext cx="1230550" cy="618109"/>
          </a:xfrm>
          <a:prstGeom prst="roundRect">
            <a:avLst>
              <a:gd name="adj" fmla="val 3401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0B8CB-8CA4-CB46-CFFD-65A5BCFEDDF4}"/>
              </a:ext>
            </a:extLst>
          </p:cNvPr>
          <p:cNvSpPr txBox="1"/>
          <p:nvPr/>
        </p:nvSpPr>
        <p:spPr>
          <a:xfrm>
            <a:off x="5868481" y="2088782"/>
            <a:ext cx="145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Model</a:t>
            </a:r>
            <a:r>
              <a:rPr lang="en-US" sz="1200" baseline="-25000" dirty="0" err="1">
                <a:solidFill>
                  <a:schemeClr val="bg1"/>
                </a:solidFill>
              </a:rPr>
              <a:t>Init</a:t>
            </a:r>
            <a:endParaRPr lang="en-US" sz="1200" baseline="-25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553F5-32C9-87F5-5852-BD33944BCCB4}"/>
              </a:ext>
            </a:extLst>
          </p:cNvPr>
          <p:cNvSpPr txBox="1"/>
          <p:nvPr/>
        </p:nvSpPr>
        <p:spPr>
          <a:xfrm>
            <a:off x="7417620" y="2061182"/>
            <a:ext cx="1060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MILP Optimizer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D755AA-5FF1-20AD-E4C4-6AD9F462F8D6}"/>
              </a:ext>
            </a:extLst>
          </p:cNvPr>
          <p:cNvSpPr txBox="1"/>
          <p:nvPr/>
        </p:nvSpPr>
        <p:spPr>
          <a:xfrm>
            <a:off x="2771936" y="2856679"/>
            <a:ext cx="1272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Dataset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3B5D36-B190-EBE3-BCB1-F54B3EF05E9D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5326664" y="2369269"/>
            <a:ext cx="658512" cy="3245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6E288887-7656-3CE9-D813-96B428F2C2E0}"/>
              </a:ext>
            </a:extLst>
          </p:cNvPr>
          <p:cNvCxnSpPr>
            <a:cxnSpLocks/>
            <a:stCxn id="2" idx="1"/>
            <a:endCxn id="36" idx="3"/>
          </p:cNvCxnSpPr>
          <p:nvPr/>
        </p:nvCxnSpPr>
        <p:spPr>
          <a:xfrm rot="5400000" flipH="1" flipV="1">
            <a:off x="3867562" y="1557559"/>
            <a:ext cx="260984" cy="1179993"/>
          </a:xfrm>
          <a:prstGeom prst="bentConnector3">
            <a:avLst>
              <a:gd name="adj1" fmla="val 148948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D356ACE2-49A8-C6F7-AFF5-A0ABB9F8FEED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rot="5400000" flipH="1" flipV="1">
            <a:off x="5548710" y="-123587"/>
            <a:ext cx="260983" cy="4542287"/>
          </a:xfrm>
          <a:prstGeom prst="bentConnector3">
            <a:avLst>
              <a:gd name="adj1" fmla="val 148948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9F97D1B-F5DB-2CBD-A8DB-877C781AD7C8}"/>
              </a:ext>
            </a:extLst>
          </p:cNvPr>
          <p:cNvGrpSpPr/>
          <p:nvPr/>
        </p:nvGrpSpPr>
        <p:grpSpPr>
          <a:xfrm>
            <a:off x="3845530" y="2017063"/>
            <a:ext cx="1553710" cy="1499914"/>
            <a:chOff x="1512541" y="2565181"/>
            <a:chExt cx="1553710" cy="1499914"/>
          </a:xfrm>
        </p:grpSpPr>
        <p:sp>
          <p:nvSpPr>
            <p:cNvPr id="36" name="Snip Diagonal Corner Rectangle 35">
              <a:extLst>
                <a:ext uri="{FF2B5EF4-FFF2-40B4-BE49-F238E27FC236}">
                  <a16:creationId xmlns:a16="http://schemas.microsoft.com/office/drawing/2014/main" id="{9AEA8A63-FC05-AFD2-81DB-90628C34DE10}"/>
                </a:ext>
              </a:extLst>
            </p:cNvPr>
            <p:cNvSpPr/>
            <p:nvPr/>
          </p:nvSpPr>
          <p:spPr>
            <a:xfrm>
              <a:off x="1512541" y="2565181"/>
              <a:ext cx="1485041" cy="1453853"/>
            </a:xfrm>
            <a:prstGeom prst="snip2Diag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Manual Operation 36">
              <a:extLst>
                <a:ext uri="{FF2B5EF4-FFF2-40B4-BE49-F238E27FC236}">
                  <a16:creationId xmlns:a16="http://schemas.microsoft.com/office/drawing/2014/main" id="{4E32250D-5724-B7BD-E7FF-F8C1901598FD}"/>
                </a:ext>
              </a:extLst>
            </p:cNvPr>
            <p:cNvSpPr/>
            <p:nvPr/>
          </p:nvSpPr>
          <p:spPr>
            <a:xfrm rot="16200000">
              <a:off x="1189730" y="3071180"/>
              <a:ext cx="1051805" cy="200042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Manual Operation 37">
              <a:extLst>
                <a:ext uri="{FF2B5EF4-FFF2-40B4-BE49-F238E27FC236}">
                  <a16:creationId xmlns:a16="http://schemas.microsoft.com/office/drawing/2014/main" id="{0DB5ED32-563C-2F89-B7B3-3E9F7DDF601B}"/>
                </a:ext>
              </a:extLst>
            </p:cNvPr>
            <p:cNvSpPr/>
            <p:nvPr/>
          </p:nvSpPr>
          <p:spPr>
            <a:xfrm rot="16200000">
              <a:off x="1289752" y="3071180"/>
              <a:ext cx="1051805" cy="200042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Manual Operation 38">
              <a:extLst>
                <a:ext uri="{FF2B5EF4-FFF2-40B4-BE49-F238E27FC236}">
                  <a16:creationId xmlns:a16="http://schemas.microsoft.com/office/drawing/2014/main" id="{B14B1CC4-9F18-837D-B839-B8F62B21E438}"/>
                </a:ext>
              </a:extLst>
            </p:cNvPr>
            <p:cNvSpPr/>
            <p:nvPr/>
          </p:nvSpPr>
          <p:spPr>
            <a:xfrm rot="16200000">
              <a:off x="1389775" y="3071180"/>
              <a:ext cx="1051805" cy="200042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1632FE5-B4BE-A35A-5A4F-94A2FC15232B}"/>
                </a:ext>
              </a:extLst>
            </p:cNvPr>
            <p:cNvSpPr/>
            <p:nvPr/>
          </p:nvSpPr>
          <p:spPr>
            <a:xfrm>
              <a:off x="2220147" y="2707945"/>
              <a:ext cx="151391" cy="92651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7102D12-3FFA-B51F-9ABC-826CA40CB16E}"/>
                </a:ext>
              </a:extLst>
            </p:cNvPr>
            <p:cNvSpPr/>
            <p:nvPr/>
          </p:nvSpPr>
          <p:spPr>
            <a:xfrm>
              <a:off x="2252176" y="273981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3D4E16-D406-EE41-FCFD-AEC9E5530E9F}"/>
                </a:ext>
              </a:extLst>
            </p:cNvPr>
            <p:cNvSpPr/>
            <p:nvPr/>
          </p:nvSpPr>
          <p:spPr>
            <a:xfrm>
              <a:off x="2252176" y="289856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F72D841-DEBF-B851-D97C-E631F4111B6B}"/>
                </a:ext>
              </a:extLst>
            </p:cNvPr>
            <p:cNvSpPr/>
            <p:nvPr/>
          </p:nvSpPr>
          <p:spPr>
            <a:xfrm>
              <a:off x="2252176" y="305731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07CC1BF-73B2-6355-5066-ACC43362DDFA}"/>
                </a:ext>
              </a:extLst>
            </p:cNvPr>
            <p:cNvSpPr/>
            <p:nvPr/>
          </p:nvSpPr>
          <p:spPr>
            <a:xfrm>
              <a:off x="2252176" y="321606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7B47824-8CB9-5F34-DDC7-153CC4229564}"/>
                </a:ext>
              </a:extLst>
            </p:cNvPr>
            <p:cNvSpPr/>
            <p:nvPr/>
          </p:nvSpPr>
          <p:spPr>
            <a:xfrm>
              <a:off x="2251181" y="3509789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BAA4CC3-9FFC-A989-6812-698066BF0045}"/>
                </a:ext>
              </a:extLst>
            </p:cNvPr>
            <p:cNvGrpSpPr/>
            <p:nvPr/>
          </p:nvGrpSpPr>
          <p:grpSpPr>
            <a:xfrm>
              <a:off x="2281601" y="3336084"/>
              <a:ext cx="28479" cy="143002"/>
              <a:chOff x="1894524" y="3343275"/>
              <a:chExt cx="28479" cy="143002"/>
            </a:xfrm>
          </p:grpSpPr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E17B5EC2-AF6C-C876-0AA8-2CABFCD46F88}"/>
                  </a:ext>
                </a:extLst>
              </p:cNvPr>
              <p:cNvSpPr/>
              <p:nvPr/>
            </p:nvSpPr>
            <p:spPr>
              <a:xfrm flipH="1">
                <a:off x="1894524" y="3401568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0768D125-2509-CCE9-ABC1-9788EEEED970}"/>
                  </a:ext>
                </a:extLst>
              </p:cNvPr>
              <p:cNvSpPr/>
              <p:nvPr/>
            </p:nvSpPr>
            <p:spPr>
              <a:xfrm flipH="1">
                <a:off x="1895571" y="3343275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25C635E3-BAD3-C3F2-808B-3654830C58DD}"/>
                  </a:ext>
                </a:extLst>
              </p:cNvPr>
              <p:cNvSpPr/>
              <p:nvPr/>
            </p:nvSpPr>
            <p:spPr>
              <a:xfrm flipH="1">
                <a:off x="1894524" y="3458845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50C0C4A-438A-EF0D-795F-61F99E3318BD}"/>
                </a:ext>
              </a:extLst>
            </p:cNvPr>
            <p:cNvSpPr/>
            <p:nvPr/>
          </p:nvSpPr>
          <p:spPr>
            <a:xfrm>
              <a:off x="2686872" y="2707945"/>
              <a:ext cx="151391" cy="92651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51EFECF-7275-4531-B60F-6AF39D104A42}"/>
                </a:ext>
              </a:extLst>
            </p:cNvPr>
            <p:cNvSpPr/>
            <p:nvPr/>
          </p:nvSpPr>
          <p:spPr>
            <a:xfrm>
              <a:off x="2718901" y="273981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BD69C96-4560-7C04-BE9A-6B852C0BC087}"/>
                </a:ext>
              </a:extLst>
            </p:cNvPr>
            <p:cNvSpPr/>
            <p:nvPr/>
          </p:nvSpPr>
          <p:spPr>
            <a:xfrm>
              <a:off x="2718901" y="289856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FB036F4-004E-D3B5-4BA0-052CB1CED795}"/>
                </a:ext>
              </a:extLst>
            </p:cNvPr>
            <p:cNvSpPr/>
            <p:nvPr/>
          </p:nvSpPr>
          <p:spPr>
            <a:xfrm>
              <a:off x="2718901" y="305731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70EF96B-2C41-B1E4-27CE-B88D76051F79}"/>
                </a:ext>
              </a:extLst>
            </p:cNvPr>
            <p:cNvSpPr/>
            <p:nvPr/>
          </p:nvSpPr>
          <p:spPr>
            <a:xfrm>
              <a:off x="2718901" y="3216060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93E6658-EA2E-4DCD-6C4B-6AB8B4352ED1}"/>
                </a:ext>
              </a:extLst>
            </p:cNvPr>
            <p:cNvSpPr/>
            <p:nvPr/>
          </p:nvSpPr>
          <p:spPr>
            <a:xfrm>
              <a:off x="2717906" y="3509789"/>
              <a:ext cx="89321" cy="8932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1B0D4BF-E4F7-4782-1FD3-A7C81559EE4F}"/>
                </a:ext>
              </a:extLst>
            </p:cNvPr>
            <p:cNvGrpSpPr/>
            <p:nvPr/>
          </p:nvGrpSpPr>
          <p:grpSpPr>
            <a:xfrm>
              <a:off x="2748326" y="3336084"/>
              <a:ext cx="28479" cy="143002"/>
              <a:chOff x="1894524" y="3343275"/>
              <a:chExt cx="28479" cy="143002"/>
            </a:xfrm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BED35FF2-A5CE-3033-38B0-1E6BC38B4B06}"/>
                  </a:ext>
                </a:extLst>
              </p:cNvPr>
              <p:cNvSpPr/>
              <p:nvPr/>
            </p:nvSpPr>
            <p:spPr>
              <a:xfrm flipH="1">
                <a:off x="1894524" y="3401568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EF9BB90F-9472-3862-ED28-86FDDE9CCA0E}"/>
                  </a:ext>
                </a:extLst>
              </p:cNvPr>
              <p:cNvSpPr/>
              <p:nvPr/>
            </p:nvSpPr>
            <p:spPr>
              <a:xfrm flipH="1">
                <a:off x="1895571" y="3343275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638DE7EB-F54A-4BBA-F831-4EA242B1CAC4}"/>
                  </a:ext>
                </a:extLst>
              </p:cNvPr>
              <p:cNvSpPr/>
              <p:nvPr/>
            </p:nvSpPr>
            <p:spPr>
              <a:xfrm flipH="1">
                <a:off x="1894524" y="3458845"/>
                <a:ext cx="27432" cy="27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1EBA3548-6CBC-E5DC-ED15-57B3A2AB9FEA}"/>
                </a:ext>
              </a:extLst>
            </p:cNvPr>
            <p:cNvCxnSpPr>
              <a:stCxn id="39" idx="2"/>
              <a:endCxn id="40" idx="1"/>
            </p:cNvCxnSpPr>
            <p:nvPr/>
          </p:nvCxnSpPr>
          <p:spPr>
            <a:xfrm>
              <a:off x="2015699" y="3171201"/>
              <a:ext cx="2044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8170A1A0-AE55-0EC9-0A73-7E40EED30BC2}"/>
                </a:ext>
              </a:extLst>
            </p:cNvPr>
            <p:cNvCxnSpPr>
              <a:cxnSpLocks/>
              <a:stCxn id="40" idx="3"/>
              <a:endCxn id="47" idx="1"/>
            </p:cNvCxnSpPr>
            <p:nvPr/>
          </p:nvCxnSpPr>
          <p:spPr>
            <a:xfrm>
              <a:off x="2371538" y="3171201"/>
              <a:ext cx="31533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A48B7A7-158F-404B-F67C-5094B51D9237}"/>
                </a:ext>
              </a:extLst>
            </p:cNvPr>
            <p:cNvSpPr txBox="1"/>
            <p:nvPr/>
          </p:nvSpPr>
          <p:spPr>
            <a:xfrm>
              <a:off x="1587347" y="3742972"/>
              <a:ext cx="4566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CNN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E5DAE9B-3A86-39D0-E9D8-D88C67D77F53}"/>
                </a:ext>
              </a:extLst>
            </p:cNvPr>
            <p:cNvSpPr txBox="1"/>
            <p:nvPr/>
          </p:nvSpPr>
          <p:spPr>
            <a:xfrm>
              <a:off x="2037840" y="3664985"/>
              <a:ext cx="5172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FC Layer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FBF7A34-EEAF-864E-935F-96003E52103D}"/>
                </a:ext>
              </a:extLst>
            </p:cNvPr>
            <p:cNvSpPr txBox="1"/>
            <p:nvPr/>
          </p:nvSpPr>
          <p:spPr>
            <a:xfrm>
              <a:off x="2485264" y="3664301"/>
              <a:ext cx="5809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Output Layer</a:t>
              </a:r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CC334279-0BDD-B6E6-0E82-FE2D95ECEFB2}"/>
              </a:ext>
            </a:extLst>
          </p:cNvPr>
          <p:cNvSpPr txBox="1"/>
          <p:nvPr/>
        </p:nvSpPr>
        <p:spPr>
          <a:xfrm>
            <a:off x="6143823" y="2359194"/>
            <a:ext cx="8989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bg1"/>
                </a:solidFill>
              </a:rPr>
              <a:t>[W</a:t>
            </a:r>
            <a:r>
              <a:rPr lang="en-US" sz="1200" i="1" baseline="-25000" dirty="0">
                <a:solidFill>
                  <a:schemeClr val="bg1"/>
                </a:solidFill>
              </a:rPr>
              <a:t>out </a:t>
            </a:r>
            <a:r>
              <a:rPr lang="en-US" sz="1200" i="1" dirty="0">
                <a:solidFill>
                  <a:schemeClr val="bg1"/>
                </a:solidFill>
              </a:rPr>
              <a:t>, b</a:t>
            </a:r>
            <a:r>
              <a:rPr lang="en-US" sz="1200" i="1" baseline="-25000" dirty="0">
                <a:solidFill>
                  <a:schemeClr val="bg1"/>
                </a:solidFill>
              </a:rPr>
              <a:t>out </a:t>
            </a:r>
            <a:r>
              <a:rPr lang="en-US" sz="1200" i="1" dirty="0">
                <a:solidFill>
                  <a:schemeClr val="bg1"/>
                </a:solidFill>
              </a:rPr>
              <a:t>]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414C720-15A8-4152-15A1-532A9FD0F31B}"/>
              </a:ext>
            </a:extLst>
          </p:cNvPr>
          <p:cNvSpPr/>
          <p:nvPr/>
        </p:nvSpPr>
        <p:spPr>
          <a:xfrm>
            <a:off x="7458767" y="2439763"/>
            <a:ext cx="970558" cy="4578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BEFC401-4F9B-D0F2-CB60-AE3305A12436}"/>
              </a:ext>
            </a:extLst>
          </p:cNvPr>
          <p:cNvSpPr txBox="1"/>
          <p:nvPr/>
        </p:nvSpPr>
        <p:spPr>
          <a:xfrm>
            <a:off x="7382863" y="2470650"/>
            <a:ext cx="11215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Controlled Misclassification</a:t>
            </a:r>
          </a:p>
        </p:txBody>
      </p:sp>
      <p:pic>
        <p:nvPicPr>
          <p:cNvPr id="165" name="Graphic 164" descr="Single gear with solid fill">
            <a:extLst>
              <a:ext uri="{FF2B5EF4-FFF2-40B4-BE49-F238E27FC236}">
                <a16:creationId xmlns:a16="http://schemas.microsoft.com/office/drawing/2014/main" id="{775949D7-8949-BA7F-9FEA-B08E0C90A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4678" y="2758624"/>
            <a:ext cx="205964" cy="205964"/>
          </a:xfrm>
          <a:prstGeom prst="rect">
            <a:avLst/>
          </a:prstGeom>
        </p:spPr>
      </p:pic>
      <p:sp>
        <p:nvSpPr>
          <p:cNvPr id="234" name="TextBox 233">
            <a:extLst>
              <a:ext uri="{FF2B5EF4-FFF2-40B4-BE49-F238E27FC236}">
                <a16:creationId xmlns:a16="http://schemas.microsoft.com/office/drawing/2014/main" id="{7C98C0FC-778B-9CD1-726C-B8F71E1991EB}"/>
              </a:ext>
            </a:extLst>
          </p:cNvPr>
          <p:cNvSpPr txBox="1"/>
          <p:nvPr/>
        </p:nvSpPr>
        <p:spPr>
          <a:xfrm>
            <a:off x="7326498" y="3528103"/>
            <a:ext cx="1303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Optimization: CMC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1A00881C-E61C-DFD6-B706-9B19521AF8F0}"/>
              </a:ext>
            </a:extLst>
          </p:cNvPr>
          <p:cNvSpPr txBox="1"/>
          <p:nvPr/>
        </p:nvSpPr>
        <p:spPr>
          <a:xfrm>
            <a:off x="5218644" y="2915066"/>
            <a:ext cx="882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Re-training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B52C17-1BEB-F4CF-B963-0D8560D9C322}"/>
              </a:ext>
            </a:extLst>
          </p:cNvPr>
          <p:cNvSpPr/>
          <p:nvPr/>
        </p:nvSpPr>
        <p:spPr>
          <a:xfrm>
            <a:off x="5982508" y="2731442"/>
            <a:ext cx="1230550" cy="819442"/>
          </a:xfrm>
          <a:prstGeom prst="roundRect">
            <a:avLst>
              <a:gd name="adj" fmla="val 3401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61AA38-F3EB-386C-1F87-2607FC5D2028}"/>
              </a:ext>
            </a:extLst>
          </p:cNvPr>
          <p:cNvSpPr txBox="1"/>
          <p:nvPr/>
        </p:nvSpPr>
        <p:spPr>
          <a:xfrm>
            <a:off x="5867880" y="2820599"/>
            <a:ext cx="145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Model</a:t>
            </a:r>
            <a:r>
              <a:rPr lang="en-US" sz="1200" baseline="-25000" dirty="0" err="1">
                <a:solidFill>
                  <a:schemeClr val="bg1"/>
                </a:solidFill>
              </a:rPr>
              <a:t>G_CmC</a:t>
            </a:r>
            <a:endParaRPr lang="en-US" sz="1200" baseline="-25000" dirty="0">
              <a:solidFill>
                <a:schemeClr val="bg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AE59AE-527A-20B8-88AB-B7B22D41B786}"/>
              </a:ext>
            </a:extLst>
          </p:cNvPr>
          <p:cNvSpPr/>
          <p:nvPr/>
        </p:nvSpPr>
        <p:spPr>
          <a:xfrm>
            <a:off x="5982508" y="3683714"/>
            <a:ext cx="1230550" cy="548505"/>
          </a:xfrm>
          <a:prstGeom prst="roundRect">
            <a:avLst>
              <a:gd name="adj" fmla="val 3401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B41842-3DB2-38B9-B0F3-E3C2CD3B84B4}"/>
              </a:ext>
            </a:extLst>
          </p:cNvPr>
          <p:cNvSpPr txBox="1"/>
          <p:nvPr/>
        </p:nvSpPr>
        <p:spPr>
          <a:xfrm>
            <a:off x="5868474" y="3711635"/>
            <a:ext cx="145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Model</a:t>
            </a:r>
            <a:r>
              <a:rPr lang="en-US" sz="1200" baseline="-25000" dirty="0" err="1">
                <a:solidFill>
                  <a:schemeClr val="bg1"/>
                </a:solidFill>
              </a:rPr>
              <a:t>RT_CMC</a:t>
            </a:r>
            <a:endParaRPr lang="en-US" sz="1200" baseline="-250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BA01C2-613F-1904-E210-087731FF144B}"/>
              </a:ext>
            </a:extLst>
          </p:cNvPr>
          <p:cNvSpPr txBox="1"/>
          <p:nvPr/>
        </p:nvSpPr>
        <p:spPr>
          <a:xfrm>
            <a:off x="5932642" y="3054627"/>
            <a:ext cx="1325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bg1"/>
                </a:solidFill>
              </a:rPr>
              <a:t>[W</a:t>
            </a:r>
            <a:r>
              <a:rPr lang="en-US" sz="1200" i="1" baseline="-25000" dirty="0">
                <a:solidFill>
                  <a:schemeClr val="bg1"/>
                </a:solidFill>
              </a:rPr>
              <a:t>out</a:t>
            </a:r>
            <a:r>
              <a:rPr lang="en-US" sz="1200" i="1" dirty="0">
                <a:solidFill>
                  <a:schemeClr val="bg1"/>
                </a:solidFill>
              </a:rPr>
              <a:t> + W</a:t>
            </a:r>
            <a:r>
              <a:rPr lang="en-US" sz="1200" i="1" baseline="-25000" dirty="0">
                <a:solidFill>
                  <a:schemeClr val="bg1"/>
                </a:solidFill>
              </a:rPr>
              <a:t>out, offset </a:t>
            </a:r>
            <a:r>
              <a:rPr lang="en-US" sz="1200" i="1" dirty="0">
                <a:solidFill>
                  <a:schemeClr val="bg1"/>
                </a:solidFill>
              </a:rPr>
              <a:t>, </a:t>
            </a:r>
          </a:p>
          <a:p>
            <a:pPr algn="ctr"/>
            <a:r>
              <a:rPr lang="en-US" sz="1200" i="1" dirty="0">
                <a:solidFill>
                  <a:schemeClr val="bg1"/>
                </a:solidFill>
              </a:rPr>
              <a:t>b</a:t>
            </a:r>
            <a:r>
              <a:rPr lang="en-US" sz="1200" i="1" baseline="-25000" dirty="0">
                <a:solidFill>
                  <a:schemeClr val="bg1"/>
                </a:solidFill>
              </a:rPr>
              <a:t>out </a:t>
            </a:r>
            <a:r>
              <a:rPr lang="en-US" sz="1200" i="1" dirty="0">
                <a:solidFill>
                  <a:schemeClr val="bg1"/>
                </a:solidFill>
              </a:rPr>
              <a:t> + b</a:t>
            </a:r>
            <a:r>
              <a:rPr lang="en-US" sz="1200" i="1" baseline="-25000" dirty="0">
                <a:solidFill>
                  <a:schemeClr val="bg1"/>
                </a:solidFill>
              </a:rPr>
              <a:t>out, offset </a:t>
            </a:r>
            <a:r>
              <a:rPr lang="en-US" sz="1200" i="1" dirty="0">
                <a:solidFill>
                  <a:schemeClr val="bg1"/>
                </a:solidFill>
              </a:rPr>
              <a:t>]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7B0D9E-BAA3-A6A9-A4A7-C3D6AF78DEDF}"/>
                  </a:ext>
                </a:extLst>
              </p:cNvPr>
              <p:cNvSpPr txBox="1"/>
              <p:nvPr/>
            </p:nvSpPr>
            <p:spPr>
              <a:xfrm>
                <a:off x="6139262" y="3951116"/>
                <a:ext cx="917046" cy="281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i="1" dirty="0">
                    <a:solidFill>
                      <a:schemeClr val="bg1"/>
                    </a:solidFill>
                  </a:rPr>
                  <a:t>[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acc>
                  </m:oMath>
                </a14:m>
                <a:r>
                  <a:rPr lang="en-US" sz="1200" i="1" baseline="-25000" dirty="0">
                    <a:solidFill>
                      <a:schemeClr val="bg1"/>
                    </a:solidFill>
                  </a:rPr>
                  <a:t>out </a:t>
                </a:r>
                <a:r>
                  <a:rPr lang="en-US" sz="1200" i="1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sz="1200" i="1" baseline="-25000" dirty="0">
                    <a:solidFill>
                      <a:schemeClr val="bg1"/>
                    </a:solidFill>
                  </a:rPr>
                  <a:t>out </a:t>
                </a:r>
                <a:r>
                  <a:rPr lang="en-US" sz="1200" i="1" dirty="0">
                    <a:solidFill>
                      <a:schemeClr val="bg1"/>
                    </a:solidFill>
                  </a:rPr>
                  <a:t>]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7B0D9E-BAA3-A6A9-A4A7-C3D6AF78D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262" y="3951116"/>
                <a:ext cx="917046" cy="281103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83CBE9D7-332B-B247-C133-84C1351AC269}"/>
              </a:ext>
            </a:extLst>
          </p:cNvPr>
          <p:cNvCxnSpPr>
            <a:cxnSpLocks/>
          </p:cNvCxnSpPr>
          <p:nvPr/>
        </p:nvCxnSpPr>
        <p:spPr>
          <a:xfrm flipH="1">
            <a:off x="5326664" y="3148985"/>
            <a:ext cx="655844" cy="0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ED684CB-0B47-5514-255E-47555B75A6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215726" y="2369269"/>
            <a:ext cx="201893" cy="3245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80D4FB03-10A0-BA94-D91F-E0ABFD5BFFCA}"/>
              </a:ext>
            </a:extLst>
          </p:cNvPr>
          <p:cNvCxnSpPr>
            <a:cxnSpLocks/>
          </p:cNvCxnSpPr>
          <p:nvPr/>
        </p:nvCxnSpPr>
        <p:spPr>
          <a:xfrm flipH="1">
            <a:off x="7213058" y="3148985"/>
            <a:ext cx="204561" cy="0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2" name="Elbow Connector 141">
            <a:extLst>
              <a:ext uri="{FF2B5EF4-FFF2-40B4-BE49-F238E27FC236}">
                <a16:creationId xmlns:a16="http://schemas.microsoft.com/office/drawing/2014/main" id="{FE435C72-ACDD-758A-4EAC-AD0965AFF5A6}"/>
              </a:ext>
            </a:extLst>
          </p:cNvPr>
          <p:cNvCxnSpPr>
            <a:cxnSpLocks/>
            <a:stCxn id="36" idx="1"/>
            <a:endCxn id="11" idx="1"/>
          </p:cNvCxnSpPr>
          <p:nvPr/>
        </p:nvCxnSpPr>
        <p:spPr>
          <a:xfrm rot="16200000" flipH="1">
            <a:off x="5041754" y="3017212"/>
            <a:ext cx="487051" cy="1394457"/>
          </a:xfrm>
          <a:prstGeom prst="bentConnector2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6CFEA495-B8EE-AA88-7502-6AADB2851464}"/>
              </a:ext>
            </a:extLst>
          </p:cNvPr>
          <p:cNvSpPr txBox="1"/>
          <p:nvPr/>
        </p:nvSpPr>
        <p:spPr>
          <a:xfrm>
            <a:off x="4871829" y="3695559"/>
            <a:ext cx="882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Final</a:t>
            </a:r>
          </a:p>
          <a:p>
            <a:pPr algn="ctr"/>
            <a:r>
              <a:rPr lang="en-US" sz="1400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728368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64</Words>
  <Application>Microsoft Macintosh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Muyeed Ahmed</dc:creator>
  <cp:lastModifiedBy>Muyeed Ahmed</cp:lastModifiedBy>
  <cp:revision>10</cp:revision>
  <dcterms:created xsi:type="dcterms:W3CDTF">2025-07-05T01:16:10Z</dcterms:created>
  <dcterms:modified xsi:type="dcterms:W3CDTF">2026-01-16T23:41:25Z</dcterms:modified>
</cp:coreProperties>
</file>